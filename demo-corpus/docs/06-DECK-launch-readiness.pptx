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1A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Relay 2.0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58368" y="2514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Launch Readiness Review — Go / No-Go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8368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Priya Sharma · Product · Launch group internal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Where we are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2F3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8132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5D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80%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21284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55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launch checklist green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83280" y="128016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2F3F5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48132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5D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2×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566160" y="221284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55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projected traffic passed in load test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28016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2F3F5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48132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5D8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/ 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9360" y="221284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55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customer interviews validated restore flow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Export pipeline accepted (RFC-118), checkpoint-retry landed. </a:t>
            </a:r>
            <a:pPr indent="0" marL="0">
              <a:buNone/>
            </a:pPr>
            <a:r>
              <a:rPr lang="en-US" sz="1500" b="1" dirty="0">
                <a:solidFill>
                  <a:srgbClr val="1A1A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Trash / restore UI in staging with the 30-day recovery window customers loved in research.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experience we're shipping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2F5D8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Request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88920" y="1307592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click from Settings → Data. Immediate acknowledgment, honest progress states.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04872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2F5D8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0487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Deliver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88920" y="2478024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Bundle ready in minutes — p95 under five. Email + in-app link, 7-day re-download.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575304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2F5D8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75304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Recover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88920" y="3648456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Deleted something? Self-serve restore from Trash. No support ticket.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Risks &amp; mitigations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78638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Risk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Status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Note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8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Worker capacity at launch traffic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Resolved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AUTH-42 migration shipped; full pool on new token scheme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Legal sign-off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On track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 review, expected before freeze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Rollback readiness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On track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Runbook drafted; finalizing this week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Comms plan ownership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Open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Unowned since Jordan's departure — needs a name by freeze</a:t>
                      </a:r>
                      <a:endParaRPr lang="en-US" sz="12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520440" y="12344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Status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892040" y="12344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4562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Freeze on new launch-blocking items: tomorrow EOD.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ask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 decision at Friday's review.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Between now and then: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 an owner for the launch-day comms plan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Confirm legal sign-off lands before freeze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Ops to close out the rollback runbook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2026-07-31T10:22:10Z</dcterms:created>
  <dcterms:modified xsi:type="dcterms:W3CDTF">2026-07-31T10:22:10Z</dcterms:modified>
</cp:coreProperties>
</file>